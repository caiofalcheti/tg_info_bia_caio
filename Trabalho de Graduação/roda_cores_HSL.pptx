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um Fixa 0.5" id="{5C57C297-4927-4D7B-AAEE-A99865C780D2}">
          <p14:sldIdLst>
            <p14:sldId id="256"/>
          </p14:sldIdLst>
        </p14:section>
        <p14:section name="Sat Fixa 0.5" id="{B595C3AB-52D8-4F48-BDCC-9331F1780C74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602040"/>
    <a:srgbClr val="602060"/>
    <a:srgbClr val="402060"/>
    <a:srgbClr val="202060"/>
    <a:srgbClr val="204060"/>
    <a:srgbClr val="1F615F"/>
    <a:srgbClr val="206040"/>
    <a:srgbClr val="206020"/>
    <a:srgbClr val="406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5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B656-3E93-47F1-A377-71C1C7991075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10B5C-12F7-4753-888D-1BBDB63957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81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27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254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381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507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634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6761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7888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014" algn="l" defTabSz="1382254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10B5C-12F7-4753-888D-1BBDB639578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70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588E-8E11-2708-4C6F-61F4520E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CB0385-473B-8EB7-E873-FF236C29A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F8B8AD-1CAA-7C52-6F03-1D3166B0C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2037FB-6998-D3F3-36F9-1A0DF54EA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10B5C-12F7-4753-888D-1BBDB639578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39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49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17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35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9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34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4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56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4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51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11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8C80E-30B0-4EB1-89A0-36757DA1A532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79BAC-DC44-45C0-A1A8-520021C0E3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7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F0DF84D-EB7A-8557-2905-BFC3F5E8D127}"/>
              </a:ext>
            </a:extLst>
          </p:cNvPr>
          <p:cNvSpPr/>
          <p:nvPr/>
        </p:nvSpPr>
        <p:spPr>
          <a:xfrm>
            <a:off x="5209" y="-1"/>
            <a:ext cx="1202400" cy="360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1C1587-546C-5AA7-3C24-BE9E9DBC76E2}"/>
              </a:ext>
            </a:extLst>
          </p:cNvPr>
          <p:cNvSpPr/>
          <p:nvPr/>
        </p:nvSpPr>
        <p:spPr>
          <a:xfrm>
            <a:off x="1203589" y="-1"/>
            <a:ext cx="1202400" cy="3600000"/>
          </a:xfrm>
          <a:prstGeom prst="rect">
            <a:avLst/>
          </a:prstGeom>
          <a:solidFill>
            <a:srgbClr val="FE8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C98BB97-D38E-F37F-3BC1-B290C9ABE7F6}"/>
              </a:ext>
            </a:extLst>
          </p:cNvPr>
          <p:cNvSpPr/>
          <p:nvPr/>
        </p:nvSpPr>
        <p:spPr>
          <a:xfrm>
            <a:off x="2401969" y="-1"/>
            <a:ext cx="1202400" cy="3600000"/>
          </a:xfrm>
          <a:prstGeom prst="rect">
            <a:avLst/>
          </a:prstGeom>
          <a:solidFill>
            <a:srgbClr val="FEF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581432E-B236-1940-9051-054D3838DE19}"/>
              </a:ext>
            </a:extLst>
          </p:cNvPr>
          <p:cNvSpPr/>
          <p:nvPr/>
        </p:nvSpPr>
        <p:spPr>
          <a:xfrm>
            <a:off x="3600349" y="-1"/>
            <a:ext cx="1202400" cy="3600000"/>
          </a:xfrm>
          <a:prstGeom prst="rect">
            <a:avLst/>
          </a:prstGeom>
          <a:solidFill>
            <a:srgbClr val="7FF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E61999C-B823-8B8A-B5DD-9BD50A0C4684}"/>
              </a:ext>
            </a:extLst>
          </p:cNvPr>
          <p:cNvSpPr/>
          <p:nvPr/>
        </p:nvSpPr>
        <p:spPr>
          <a:xfrm>
            <a:off x="4798729" y="-1"/>
            <a:ext cx="1202400" cy="3600000"/>
          </a:xfrm>
          <a:prstGeom prst="rect">
            <a:avLst/>
          </a:prstGeom>
          <a:solidFill>
            <a:srgbClr val="00F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95FFEEF-39FF-77B3-1A7D-FC13F1229A26}"/>
              </a:ext>
            </a:extLst>
          </p:cNvPr>
          <p:cNvSpPr/>
          <p:nvPr/>
        </p:nvSpPr>
        <p:spPr>
          <a:xfrm>
            <a:off x="5997109" y="-1"/>
            <a:ext cx="1202400" cy="3600000"/>
          </a:xfrm>
          <a:prstGeom prst="rect">
            <a:avLst/>
          </a:prstGeom>
          <a:solidFill>
            <a:srgbClr val="00FE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B48E14-996F-0D8F-FD80-04081A6C9B49}"/>
              </a:ext>
            </a:extLst>
          </p:cNvPr>
          <p:cNvSpPr/>
          <p:nvPr/>
        </p:nvSpPr>
        <p:spPr>
          <a:xfrm>
            <a:off x="7195489" y="-1"/>
            <a:ext cx="1202400" cy="3600000"/>
          </a:xfrm>
          <a:prstGeom prst="rect">
            <a:avLst/>
          </a:prstGeom>
          <a:solidFill>
            <a:srgbClr val="00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9B223A-211D-1555-0E15-03EBA8F67CC0}"/>
              </a:ext>
            </a:extLst>
          </p:cNvPr>
          <p:cNvSpPr/>
          <p:nvPr/>
        </p:nvSpPr>
        <p:spPr>
          <a:xfrm>
            <a:off x="8393869" y="-1"/>
            <a:ext cx="1202400" cy="3600000"/>
          </a:xfrm>
          <a:prstGeom prst="rect">
            <a:avLst/>
          </a:prstGeom>
          <a:solidFill>
            <a:srgbClr val="007F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9EDD180-A051-ED78-E8D4-15DD023782B4}"/>
              </a:ext>
            </a:extLst>
          </p:cNvPr>
          <p:cNvSpPr/>
          <p:nvPr/>
        </p:nvSpPr>
        <p:spPr>
          <a:xfrm>
            <a:off x="9592249" y="-1"/>
            <a:ext cx="1202400" cy="3600000"/>
          </a:xfrm>
          <a:prstGeom prst="rect">
            <a:avLst/>
          </a:prstGeom>
          <a:solidFill>
            <a:srgbClr val="000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2933F1-7D3E-32A5-BD52-FCA7557CE180}"/>
              </a:ext>
            </a:extLst>
          </p:cNvPr>
          <p:cNvSpPr/>
          <p:nvPr/>
        </p:nvSpPr>
        <p:spPr>
          <a:xfrm>
            <a:off x="10790629" y="-1"/>
            <a:ext cx="1202400" cy="3600000"/>
          </a:xfrm>
          <a:prstGeom prst="rect">
            <a:avLst/>
          </a:prstGeom>
          <a:solidFill>
            <a:srgbClr val="7F0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7F9FF2A-70B4-6191-AB4E-DCCA05096910}"/>
              </a:ext>
            </a:extLst>
          </p:cNvPr>
          <p:cNvSpPr/>
          <p:nvPr/>
        </p:nvSpPr>
        <p:spPr>
          <a:xfrm>
            <a:off x="11989009" y="-1"/>
            <a:ext cx="1202400" cy="3600000"/>
          </a:xfrm>
          <a:prstGeom prst="rect">
            <a:avLst/>
          </a:prstGeom>
          <a:solidFill>
            <a:srgbClr val="FE00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44D57C9-52DD-1D5F-C725-689AF0E692A6}"/>
              </a:ext>
            </a:extLst>
          </p:cNvPr>
          <p:cNvSpPr/>
          <p:nvPr/>
        </p:nvSpPr>
        <p:spPr>
          <a:xfrm>
            <a:off x="13187392" y="-1"/>
            <a:ext cx="1202400" cy="3600000"/>
          </a:xfrm>
          <a:prstGeom prst="rect">
            <a:avLst/>
          </a:prstGeom>
          <a:solidFill>
            <a:srgbClr val="FE0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71C0E24-CF07-5FEC-7C62-79716B75D3CF}"/>
              </a:ext>
            </a:extLst>
          </p:cNvPr>
          <p:cNvSpPr/>
          <p:nvPr/>
        </p:nvSpPr>
        <p:spPr>
          <a:xfrm>
            <a:off x="2718" y="3600088"/>
            <a:ext cx="1202400" cy="3600000"/>
          </a:xfrm>
          <a:prstGeom prst="rect">
            <a:avLst/>
          </a:prstGeom>
          <a:solidFill>
            <a:srgbClr val="DE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5E3889E-158F-B0B3-EEF0-4C87AC82F9A1}"/>
              </a:ext>
            </a:extLst>
          </p:cNvPr>
          <p:cNvSpPr/>
          <p:nvPr/>
        </p:nvSpPr>
        <p:spPr>
          <a:xfrm>
            <a:off x="1201325" y="3600088"/>
            <a:ext cx="1202400" cy="3600000"/>
          </a:xfrm>
          <a:prstGeom prst="rect">
            <a:avLst/>
          </a:prstGeom>
          <a:solidFill>
            <a:srgbClr val="DE84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B485A09-F408-0D2F-4B13-4D4F544135A5}"/>
              </a:ext>
            </a:extLst>
          </p:cNvPr>
          <p:cNvSpPr/>
          <p:nvPr/>
        </p:nvSpPr>
        <p:spPr>
          <a:xfrm>
            <a:off x="2399932" y="3600088"/>
            <a:ext cx="1202400" cy="3600000"/>
          </a:xfrm>
          <a:prstGeom prst="rect">
            <a:avLst/>
          </a:prstGeom>
          <a:solidFill>
            <a:srgbClr val="E3DE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D944BE1-9C07-F47A-59F0-5B5923E53301}"/>
              </a:ext>
            </a:extLst>
          </p:cNvPr>
          <p:cNvSpPr/>
          <p:nvPr/>
        </p:nvSpPr>
        <p:spPr>
          <a:xfrm>
            <a:off x="3598539" y="3600088"/>
            <a:ext cx="1202400" cy="3600000"/>
          </a:xfrm>
          <a:prstGeom prst="rect">
            <a:avLst/>
          </a:prstGeom>
          <a:solidFill>
            <a:srgbClr val="7FDE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0E41E92-1436-5F04-23CB-2AB8CF8E2EF0}"/>
              </a:ext>
            </a:extLst>
          </p:cNvPr>
          <p:cNvSpPr/>
          <p:nvPr/>
        </p:nvSpPr>
        <p:spPr>
          <a:xfrm>
            <a:off x="4797146" y="3600088"/>
            <a:ext cx="1202400" cy="3600000"/>
          </a:xfrm>
          <a:prstGeom prst="rect">
            <a:avLst/>
          </a:prstGeom>
          <a:solidFill>
            <a:srgbClr val="20DE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1B7CE4E-1BC5-62E9-376F-04D770ACDE43}"/>
              </a:ext>
            </a:extLst>
          </p:cNvPr>
          <p:cNvSpPr/>
          <p:nvPr/>
        </p:nvSpPr>
        <p:spPr>
          <a:xfrm>
            <a:off x="5995753" y="3600088"/>
            <a:ext cx="1202400" cy="3600000"/>
          </a:xfrm>
          <a:prstGeom prst="rect">
            <a:avLst/>
          </a:prstGeom>
          <a:solidFill>
            <a:srgbClr val="20DE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640C3ED-4780-1338-F7F1-A40620A6C54E}"/>
              </a:ext>
            </a:extLst>
          </p:cNvPr>
          <p:cNvSpPr/>
          <p:nvPr/>
        </p:nvSpPr>
        <p:spPr>
          <a:xfrm>
            <a:off x="7194360" y="3600088"/>
            <a:ext cx="1202400" cy="3600000"/>
          </a:xfrm>
          <a:prstGeom prst="rect">
            <a:avLst/>
          </a:prstGeom>
          <a:solidFill>
            <a:srgbClr val="20E3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6877A43-68CC-ED65-CC7F-51B33F5C8700}"/>
              </a:ext>
            </a:extLst>
          </p:cNvPr>
          <p:cNvSpPr/>
          <p:nvPr/>
        </p:nvSpPr>
        <p:spPr>
          <a:xfrm>
            <a:off x="8392967" y="3600088"/>
            <a:ext cx="1202400" cy="3600000"/>
          </a:xfrm>
          <a:prstGeom prst="rect">
            <a:avLst/>
          </a:prstGeom>
          <a:solidFill>
            <a:srgbClr val="207F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0551D3C-6168-25D4-8896-73E65B7EBFB3}"/>
              </a:ext>
            </a:extLst>
          </p:cNvPr>
          <p:cNvSpPr/>
          <p:nvPr/>
        </p:nvSpPr>
        <p:spPr>
          <a:xfrm>
            <a:off x="9591574" y="3600088"/>
            <a:ext cx="1202400" cy="3600000"/>
          </a:xfrm>
          <a:prstGeom prst="rect">
            <a:avLst/>
          </a:prstGeom>
          <a:solidFill>
            <a:srgbClr val="202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EB5C74E-DE38-2589-DD27-018880CA0190}"/>
              </a:ext>
            </a:extLst>
          </p:cNvPr>
          <p:cNvSpPr/>
          <p:nvPr/>
        </p:nvSpPr>
        <p:spPr>
          <a:xfrm>
            <a:off x="10790181" y="3600088"/>
            <a:ext cx="1202400" cy="3600000"/>
          </a:xfrm>
          <a:prstGeom prst="rect">
            <a:avLst/>
          </a:prstGeom>
          <a:solidFill>
            <a:srgbClr val="7F2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5286E92-43A6-51EA-1119-4A15EBAC6D99}"/>
              </a:ext>
            </a:extLst>
          </p:cNvPr>
          <p:cNvSpPr/>
          <p:nvPr/>
        </p:nvSpPr>
        <p:spPr>
          <a:xfrm>
            <a:off x="11988788" y="3600088"/>
            <a:ext cx="1202400" cy="3600000"/>
          </a:xfrm>
          <a:prstGeom prst="rect">
            <a:avLst/>
          </a:prstGeom>
          <a:solidFill>
            <a:srgbClr val="DE2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41C7B4F-FB1A-C1C6-8F60-8507EF0091CC}"/>
              </a:ext>
            </a:extLst>
          </p:cNvPr>
          <p:cNvSpPr/>
          <p:nvPr/>
        </p:nvSpPr>
        <p:spPr>
          <a:xfrm>
            <a:off x="13187392" y="3600088"/>
            <a:ext cx="1202400" cy="3600000"/>
          </a:xfrm>
          <a:prstGeom prst="rect">
            <a:avLst/>
          </a:prstGeom>
          <a:solidFill>
            <a:srgbClr val="DE2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15C8C4D-24D1-2E8C-4BC0-84AD434C76E5}"/>
              </a:ext>
            </a:extLst>
          </p:cNvPr>
          <p:cNvSpPr/>
          <p:nvPr/>
        </p:nvSpPr>
        <p:spPr>
          <a:xfrm>
            <a:off x="-2491" y="7200123"/>
            <a:ext cx="1202400" cy="3600000"/>
          </a:xfrm>
          <a:prstGeom prst="rect">
            <a:avLst/>
          </a:prstGeom>
          <a:solidFill>
            <a:srgbClr val="BE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2B11D17-CB24-029C-0BE8-4B2D26752C05}"/>
              </a:ext>
            </a:extLst>
          </p:cNvPr>
          <p:cNvSpPr/>
          <p:nvPr/>
        </p:nvSpPr>
        <p:spPr>
          <a:xfrm>
            <a:off x="1196589" y="7200123"/>
            <a:ext cx="1202400" cy="3600000"/>
          </a:xfrm>
          <a:prstGeom prst="rect">
            <a:avLst/>
          </a:prstGeom>
          <a:solidFill>
            <a:srgbClr val="BE82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2F2E0FF-6BCA-90E7-A243-4BAC2368B682}"/>
              </a:ext>
            </a:extLst>
          </p:cNvPr>
          <p:cNvSpPr/>
          <p:nvPr/>
        </p:nvSpPr>
        <p:spPr>
          <a:xfrm>
            <a:off x="2395669" y="7200123"/>
            <a:ext cx="1202400" cy="3600000"/>
          </a:xfrm>
          <a:prstGeom prst="rect">
            <a:avLst/>
          </a:prstGeom>
          <a:solidFill>
            <a:srgbClr val="C1BE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F597F1E-5ED5-EB8D-D009-C59506ED3E7B}"/>
              </a:ext>
            </a:extLst>
          </p:cNvPr>
          <p:cNvSpPr/>
          <p:nvPr/>
        </p:nvSpPr>
        <p:spPr>
          <a:xfrm>
            <a:off x="3594749" y="7200123"/>
            <a:ext cx="1202400" cy="3600000"/>
          </a:xfrm>
          <a:prstGeom prst="rect">
            <a:avLst/>
          </a:prstGeom>
          <a:solidFill>
            <a:srgbClr val="7FBE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0417EAE-744E-6128-CA79-1D4EE0A91F58}"/>
              </a:ext>
            </a:extLst>
          </p:cNvPr>
          <p:cNvSpPr/>
          <p:nvPr/>
        </p:nvSpPr>
        <p:spPr>
          <a:xfrm>
            <a:off x="4793829" y="7200123"/>
            <a:ext cx="1202400" cy="3600000"/>
          </a:xfrm>
          <a:prstGeom prst="rect">
            <a:avLst/>
          </a:prstGeom>
          <a:solidFill>
            <a:srgbClr val="40BE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72E03A7-69AD-A7BE-14BC-F72E96744719}"/>
              </a:ext>
            </a:extLst>
          </p:cNvPr>
          <p:cNvSpPr/>
          <p:nvPr/>
        </p:nvSpPr>
        <p:spPr>
          <a:xfrm>
            <a:off x="5992909" y="7200123"/>
            <a:ext cx="1202400" cy="3600000"/>
          </a:xfrm>
          <a:prstGeom prst="rect">
            <a:avLst/>
          </a:prstGeom>
          <a:solidFill>
            <a:srgbClr val="40BE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0A0A578-59ED-E075-9B71-1C0A14D601E4}"/>
              </a:ext>
            </a:extLst>
          </p:cNvPr>
          <p:cNvSpPr/>
          <p:nvPr/>
        </p:nvSpPr>
        <p:spPr>
          <a:xfrm>
            <a:off x="7191989" y="7200123"/>
            <a:ext cx="1202400" cy="3600000"/>
          </a:xfrm>
          <a:prstGeom prst="rect">
            <a:avLst/>
          </a:prstGeom>
          <a:solidFill>
            <a:srgbClr val="40C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420C547-D330-95B4-A257-981D21FA9D5E}"/>
              </a:ext>
            </a:extLst>
          </p:cNvPr>
          <p:cNvSpPr/>
          <p:nvPr/>
        </p:nvSpPr>
        <p:spPr>
          <a:xfrm>
            <a:off x="8391069" y="7200123"/>
            <a:ext cx="1202400" cy="3600000"/>
          </a:xfrm>
          <a:prstGeom prst="rect">
            <a:avLst/>
          </a:prstGeom>
          <a:solidFill>
            <a:srgbClr val="407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48864DF-D29F-C138-705D-1ED02EE592A7}"/>
              </a:ext>
            </a:extLst>
          </p:cNvPr>
          <p:cNvSpPr/>
          <p:nvPr/>
        </p:nvSpPr>
        <p:spPr>
          <a:xfrm>
            <a:off x="9590149" y="7200123"/>
            <a:ext cx="1202400" cy="3600000"/>
          </a:xfrm>
          <a:prstGeom prst="rect">
            <a:avLst/>
          </a:prstGeom>
          <a:solidFill>
            <a:srgbClr val="404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A772059-3B13-2056-A705-358C13882A46}"/>
              </a:ext>
            </a:extLst>
          </p:cNvPr>
          <p:cNvSpPr/>
          <p:nvPr/>
        </p:nvSpPr>
        <p:spPr>
          <a:xfrm>
            <a:off x="10789229" y="7200123"/>
            <a:ext cx="1202400" cy="3600000"/>
          </a:xfrm>
          <a:prstGeom prst="rect">
            <a:avLst/>
          </a:prstGeom>
          <a:solidFill>
            <a:srgbClr val="7F4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20AADF3B-FD46-E0A4-DBE9-E8739E974208}"/>
              </a:ext>
            </a:extLst>
          </p:cNvPr>
          <p:cNvSpPr/>
          <p:nvPr/>
        </p:nvSpPr>
        <p:spPr>
          <a:xfrm>
            <a:off x="11988309" y="7200123"/>
            <a:ext cx="1202400" cy="3600000"/>
          </a:xfrm>
          <a:prstGeom prst="rect">
            <a:avLst/>
          </a:prstGeom>
          <a:solidFill>
            <a:srgbClr val="BE4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9A94A13-587A-475A-5676-340AE92E745F}"/>
              </a:ext>
            </a:extLst>
          </p:cNvPr>
          <p:cNvSpPr/>
          <p:nvPr/>
        </p:nvSpPr>
        <p:spPr>
          <a:xfrm>
            <a:off x="13187392" y="7200123"/>
            <a:ext cx="1202400" cy="3600000"/>
          </a:xfrm>
          <a:prstGeom prst="rect">
            <a:avLst/>
          </a:prstGeom>
          <a:solidFill>
            <a:srgbClr val="BE4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8612BAB3-CEF1-EE37-676E-3A727ED9BB83}"/>
              </a:ext>
            </a:extLst>
          </p:cNvPr>
          <p:cNvSpPr/>
          <p:nvPr/>
        </p:nvSpPr>
        <p:spPr>
          <a:xfrm>
            <a:off x="5209" y="10800212"/>
            <a:ext cx="1202400" cy="3600000"/>
          </a:xfrm>
          <a:prstGeom prst="rect">
            <a:avLst/>
          </a:prstGeom>
          <a:solidFill>
            <a:srgbClr val="9F5F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11E44B3C-BB2D-7656-EA7B-3A081E4E33CD}"/>
              </a:ext>
            </a:extLst>
          </p:cNvPr>
          <p:cNvSpPr/>
          <p:nvPr/>
        </p:nvSpPr>
        <p:spPr>
          <a:xfrm>
            <a:off x="1203589" y="10800212"/>
            <a:ext cx="1202400" cy="3600000"/>
          </a:xfrm>
          <a:prstGeom prst="rect">
            <a:avLst/>
          </a:prstGeom>
          <a:solidFill>
            <a:srgbClr val="9F81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A65A5321-08F5-69E6-A724-6107D9A0C9F2}"/>
              </a:ext>
            </a:extLst>
          </p:cNvPr>
          <p:cNvSpPr/>
          <p:nvPr/>
        </p:nvSpPr>
        <p:spPr>
          <a:xfrm>
            <a:off x="2401969" y="10800212"/>
            <a:ext cx="1202400" cy="3600000"/>
          </a:xfrm>
          <a:prstGeom prst="rect">
            <a:avLst/>
          </a:prstGeom>
          <a:solidFill>
            <a:srgbClr val="A19F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04275D79-9B49-F71B-34DD-3C90D6424ADA}"/>
              </a:ext>
            </a:extLst>
          </p:cNvPr>
          <p:cNvSpPr/>
          <p:nvPr/>
        </p:nvSpPr>
        <p:spPr>
          <a:xfrm>
            <a:off x="3600349" y="10800212"/>
            <a:ext cx="1202400" cy="3600000"/>
          </a:xfrm>
          <a:prstGeom prst="rect">
            <a:avLst/>
          </a:prstGeom>
          <a:solidFill>
            <a:srgbClr val="7F9F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54C85BAF-86C0-E44A-9467-540207BEF209}"/>
              </a:ext>
            </a:extLst>
          </p:cNvPr>
          <p:cNvSpPr/>
          <p:nvPr/>
        </p:nvSpPr>
        <p:spPr>
          <a:xfrm>
            <a:off x="4798729" y="10800212"/>
            <a:ext cx="1202400" cy="3600000"/>
          </a:xfrm>
          <a:prstGeom prst="rect">
            <a:avLst/>
          </a:prstGeom>
          <a:solidFill>
            <a:srgbClr val="5F9F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80D711E6-C032-6D20-7C2C-1BFE4AFB0B56}"/>
              </a:ext>
            </a:extLst>
          </p:cNvPr>
          <p:cNvSpPr/>
          <p:nvPr/>
        </p:nvSpPr>
        <p:spPr>
          <a:xfrm>
            <a:off x="5997109" y="10800212"/>
            <a:ext cx="1202400" cy="3600000"/>
          </a:xfrm>
          <a:prstGeom prst="rect">
            <a:avLst/>
          </a:prstGeom>
          <a:solidFill>
            <a:srgbClr val="5F9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E8456887-CC49-AD2F-3433-A18F9ADB6BE8}"/>
              </a:ext>
            </a:extLst>
          </p:cNvPr>
          <p:cNvSpPr/>
          <p:nvPr/>
        </p:nvSpPr>
        <p:spPr>
          <a:xfrm>
            <a:off x="7195489" y="10800212"/>
            <a:ext cx="1202400" cy="3600000"/>
          </a:xfrm>
          <a:prstGeom prst="rect">
            <a:avLst/>
          </a:prstGeom>
          <a:solidFill>
            <a:srgbClr val="5FA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7FCCF8BA-B370-D774-2212-5C31F613816F}"/>
              </a:ext>
            </a:extLst>
          </p:cNvPr>
          <p:cNvSpPr/>
          <p:nvPr/>
        </p:nvSpPr>
        <p:spPr>
          <a:xfrm>
            <a:off x="8393869" y="10800212"/>
            <a:ext cx="1202400" cy="3600000"/>
          </a:xfrm>
          <a:prstGeom prst="rect">
            <a:avLst/>
          </a:prstGeom>
          <a:solidFill>
            <a:srgbClr val="5F7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111CEE5B-C92A-4BDC-D7C0-F838C3804C21}"/>
              </a:ext>
            </a:extLst>
          </p:cNvPr>
          <p:cNvSpPr/>
          <p:nvPr/>
        </p:nvSpPr>
        <p:spPr>
          <a:xfrm>
            <a:off x="9592249" y="10800212"/>
            <a:ext cx="1202400" cy="3600000"/>
          </a:xfrm>
          <a:prstGeom prst="rect">
            <a:avLst/>
          </a:prstGeom>
          <a:solidFill>
            <a:srgbClr val="5F5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C08A492D-139B-B4A2-58D8-58CFEFDA62A6}"/>
              </a:ext>
            </a:extLst>
          </p:cNvPr>
          <p:cNvSpPr/>
          <p:nvPr/>
        </p:nvSpPr>
        <p:spPr>
          <a:xfrm>
            <a:off x="10790629" y="10800212"/>
            <a:ext cx="1202400" cy="3600000"/>
          </a:xfrm>
          <a:prstGeom prst="rect">
            <a:avLst/>
          </a:prstGeom>
          <a:solidFill>
            <a:srgbClr val="7F5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616EB91-9271-14F4-C4B2-287868B06438}"/>
              </a:ext>
            </a:extLst>
          </p:cNvPr>
          <p:cNvSpPr/>
          <p:nvPr/>
        </p:nvSpPr>
        <p:spPr>
          <a:xfrm>
            <a:off x="11989009" y="10800212"/>
            <a:ext cx="1202400" cy="3600000"/>
          </a:xfrm>
          <a:prstGeom prst="rect">
            <a:avLst/>
          </a:prstGeom>
          <a:solidFill>
            <a:srgbClr val="9F5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C50C965F-34AA-36FF-7890-0731F089EB06}"/>
              </a:ext>
            </a:extLst>
          </p:cNvPr>
          <p:cNvSpPr/>
          <p:nvPr/>
        </p:nvSpPr>
        <p:spPr>
          <a:xfrm>
            <a:off x="13187392" y="10800212"/>
            <a:ext cx="1202400" cy="3600000"/>
          </a:xfrm>
          <a:prstGeom prst="rect">
            <a:avLst/>
          </a:prstGeom>
          <a:solidFill>
            <a:srgbClr val="9F5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3BB921F-729E-057C-36DC-7A6087DA8AC8}"/>
              </a:ext>
            </a:extLst>
          </p:cNvPr>
          <p:cNvSpPr txBox="1"/>
          <p:nvPr/>
        </p:nvSpPr>
        <p:spPr>
          <a:xfrm>
            <a:off x="0" y="0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1.0</a:t>
            </a:r>
          </a:p>
          <a:p>
            <a:r>
              <a:rPr lang="pt-BR" dirty="0"/>
              <a:t>LUM: 0.5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4C924B6C-D0F1-2E39-A592-1D828F1A5D49}"/>
              </a:ext>
            </a:extLst>
          </p:cNvPr>
          <p:cNvSpPr txBox="1"/>
          <p:nvPr/>
        </p:nvSpPr>
        <p:spPr>
          <a:xfrm>
            <a:off x="5209" y="3599999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0.75</a:t>
            </a:r>
          </a:p>
          <a:p>
            <a:r>
              <a:rPr lang="pt-BR" dirty="0"/>
              <a:t>LUM: 0.5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4E8CAD62-BFCB-9D82-CDAA-0AB1DE9524B8}"/>
              </a:ext>
            </a:extLst>
          </p:cNvPr>
          <p:cNvSpPr txBox="1"/>
          <p:nvPr/>
        </p:nvSpPr>
        <p:spPr>
          <a:xfrm>
            <a:off x="5209" y="7199999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0.5</a:t>
            </a:r>
          </a:p>
          <a:p>
            <a:r>
              <a:rPr lang="pt-BR" dirty="0"/>
              <a:t>LUM: 0.5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55AA126A-FE26-9274-E0ED-F154152336B9}"/>
              </a:ext>
            </a:extLst>
          </p:cNvPr>
          <p:cNvSpPr txBox="1"/>
          <p:nvPr/>
        </p:nvSpPr>
        <p:spPr>
          <a:xfrm>
            <a:off x="-29277" y="10799999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0.25</a:t>
            </a:r>
          </a:p>
          <a:p>
            <a:r>
              <a:rPr lang="pt-BR" dirty="0"/>
              <a:t>LUM: 0.5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C89675CF-9FF5-5D3F-6B2F-A4E925DA77CF}"/>
              </a:ext>
            </a:extLst>
          </p:cNvPr>
          <p:cNvSpPr/>
          <p:nvPr/>
        </p:nvSpPr>
        <p:spPr>
          <a:xfrm>
            <a:off x="-15236" y="13499998"/>
            <a:ext cx="14429490" cy="90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D79B5E00-731A-4AA3-6295-31BA282D80D9}"/>
              </a:ext>
            </a:extLst>
          </p:cNvPr>
          <p:cNvSpPr txBox="1"/>
          <p:nvPr/>
        </p:nvSpPr>
        <p:spPr>
          <a:xfrm>
            <a:off x="-29277" y="13499785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SAT: 0.0</a:t>
            </a:r>
          </a:p>
          <a:p>
            <a:r>
              <a:rPr lang="pt-BR" dirty="0">
                <a:solidFill>
                  <a:schemeClr val="bg1"/>
                </a:solidFill>
              </a:rPr>
              <a:t>LUM: 0.5</a:t>
            </a:r>
          </a:p>
        </p:txBody>
      </p:sp>
    </p:spTree>
    <p:extLst>
      <p:ext uri="{BB962C8B-B14F-4D97-AF65-F5344CB8AC3E}">
        <p14:creationId xmlns:p14="http://schemas.microsoft.com/office/powerpoint/2010/main" val="140575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FA2B-BC81-0A76-9CD9-AF003948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75B4812-CA5B-1634-9D14-84145717685C}"/>
              </a:ext>
            </a:extLst>
          </p:cNvPr>
          <p:cNvSpPr/>
          <p:nvPr/>
        </p:nvSpPr>
        <p:spPr>
          <a:xfrm>
            <a:off x="-29276" y="12599570"/>
            <a:ext cx="14429490" cy="18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FCDEDFB-7AFF-5AFC-E360-48F2E86C4FD5}"/>
              </a:ext>
            </a:extLst>
          </p:cNvPr>
          <p:cNvSpPr/>
          <p:nvPr/>
        </p:nvSpPr>
        <p:spPr>
          <a:xfrm>
            <a:off x="10357" y="0"/>
            <a:ext cx="14389855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D2C52A0-77A2-881D-3BAC-D8276E040A03}"/>
              </a:ext>
            </a:extLst>
          </p:cNvPr>
          <p:cNvGrpSpPr/>
          <p:nvPr/>
        </p:nvGrpSpPr>
        <p:grpSpPr>
          <a:xfrm>
            <a:off x="-19165" y="8999482"/>
            <a:ext cx="14438542" cy="3600000"/>
            <a:chOff x="-2491" y="7200123"/>
            <a:chExt cx="14392283" cy="3600000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844458F7-49D9-8A24-7D70-AFD9FA1B00BF}"/>
                </a:ext>
              </a:extLst>
            </p:cNvPr>
            <p:cNvSpPr/>
            <p:nvPr/>
          </p:nvSpPr>
          <p:spPr>
            <a:xfrm>
              <a:off x="-2491" y="7200123"/>
              <a:ext cx="1202400" cy="3600000"/>
            </a:xfrm>
            <a:prstGeom prst="rect">
              <a:avLst/>
            </a:prstGeom>
            <a:solidFill>
              <a:srgbClr val="602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BB4DE0C6-4ECD-B834-4052-43FD58833932}"/>
                </a:ext>
              </a:extLst>
            </p:cNvPr>
            <p:cNvSpPr/>
            <p:nvPr/>
          </p:nvSpPr>
          <p:spPr>
            <a:xfrm>
              <a:off x="1196589" y="7200123"/>
              <a:ext cx="1202400" cy="3600000"/>
            </a:xfrm>
            <a:prstGeom prst="rect">
              <a:avLst/>
            </a:prstGeom>
            <a:solidFill>
              <a:srgbClr val="6042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AC7E3913-6089-E022-4A03-031D7B4CCA71}"/>
                </a:ext>
              </a:extLst>
            </p:cNvPr>
            <p:cNvSpPr/>
            <p:nvPr/>
          </p:nvSpPr>
          <p:spPr>
            <a:xfrm>
              <a:off x="2395669" y="7200123"/>
              <a:ext cx="1202400" cy="3600000"/>
            </a:xfrm>
            <a:prstGeom prst="rect">
              <a:avLst/>
            </a:prstGeom>
            <a:solidFill>
              <a:srgbClr val="615F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694207E2-398E-CE06-252A-25D7530EBD7C}"/>
                </a:ext>
              </a:extLst>
            </p:cNvPr>
            <p:cNvSpPr/>
            <p:nvPr/>
          </p:nvSpPr>
          <p:spPr>
            <a:xfrm>
              <a:off x="3594749" y="7200123"/>
              <a:ext cx="1202400" cy="3600000"/>
            </a:xfrm>
            <a:prstGeom prst="rect">
              <a:avLst/>
            </a:prstGeom>
            <a:solidFill>
              <a:srgbClr val="406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66F9BBC4-4C2B-680E-0540-55D36B6A61AF}"/>
                </a:ext>
              </a:extLst>
            </p:cNvPr>
            <p:cNvSpPr/>
            <p:nvPr/>
          </p:nvSpPr>
          <p:spPr>
            <a:xfrm>
              <a:off x="4793829" y="7200123"/>
              <a:ext cx="1202400" cy="3600000"/>
            </a:xfrm>
            <a:prstGeom prst="rect">
              <a:avLst/>
            </a:prstGeom>
            <a:solidFill>
              <a:srgbClr val="206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B05FF902-9D61-AAF3-F247-0E19A311B49F}"/>
                </a:ext>
              </a:extLst>
            </p:cNvPr>
            <p:cNvSpPr/>
            <p:nvPr/>
          </p:nvSpPr>
          <p:spPr>
            <a:xfrm>
              <a:off x="5992909" y="7200123"/>
              <a:ext cx="1202400" cy="3600000"/>
            </a:xfrm>
            <a:prstGeom prst="rect">
              <a:avLst/>
            </a:prstGeom>
            <a:solidFill>
              <a:srgbClr val="206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70286A3D-3360-4886-B969-93BA9757C37B}"/>
                </a:ext>
              </a:extLst>
            </p:cNvPr>
            <p:cNvSpPr/>
            <p:nvPr/>
          </p:nvSpPr>
          <p:spPr>
            <a:xfrm>
              <a:off x="7191989" y="7200123"/>
              <a:ext cx="1202400" cy="3600000"/>
            </a:xfrm>
            <a:prstGeom prst="rect">
              <a:avLst/>
            </a:prstGeom>
            <a:solidFill>
              <a:srgbClr val="1F61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15B30737-1951-2212-2ADD-C4F9FC01B1C4}"/>
                </a:ext>
              </a:extLst>
            </p:cNvPr>
            <p:cNvSpPr/>
            <p:nvPr/>
          </p:nvSpPr>
          <p:spPr>
            <a:xfrm>
              <a:off x="8391069" y="7200123"/>
              <a:ext cx="1202400" cy="3600000"/>
            </a:xfrm>
            <a:prstGeom prst="rect">
              <a:avLst/>
            </a:prstGeom>
            <a:solidFill>
              <a:srgbClr val="204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064D480D-A8FF-CEEB-11DE-245721CFC0B9}"/>
                </a:ext>
              </a:extLst>
            </p:cNvPr>
            <p:cNvSpPr/>
            <p:nvPr/>
          </p:nvSpPr>
          <p:spPr>
            <a:xfrm>
              <a:off x="9590149" y="7200123"/>
              <a:ext cx="1202400" cy="3600000"/>
            </a:xfrm>
            <a:prstGeom prst="rect">
              <a:avLst/>
            </a:prstGeom>
            <a:solidFill>
              <a:srgbClr val="2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C30E91D8-2B58-1536-BAD3-F4F7D40396EA}"/>
                </a:ext>
              </a:extLst>
            </p:cNvPr>
            <p:cNvSpPr/>
            <p:nvPr/>
          </p:nvSpPr>
          <p:spPr>
            <a:xfrm>
              <a:off x="10789229" y="7200123"/>
              <a:ext cx="1202400" cy="3600000"/>
            </a:xfrm>
            <a:prstGeom prst="rect">
              <a:avLst/>
            </a:prstGeom>
            <a:solidFill>
              <a:srgbClr val="4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21C5CC03-49D9-9D9B-AE86-4D7766C9F32B}"/>
                </a:ext>
              </a:extLst>
            </p:cNvPr>
            <p:cNvSpPr/>
            <p:nvPr/>
          </p:nvSpPr>
          <p:spPr>
            <a:xfrm>
              <a:off x="11988309" y="7200123"/>
              <a:ext cx="1202400" cy="3600000"/>
            </a:xfrm>
            <a:prstGeom prst="rect">
              <a:avLst/>
            </a:prstGeom>
            <a:solidFill>
              <a:srgbClr val="6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8DECCEC7-D2A1-4D01-86A5-FE616FF637F9}"/>
                </a:ext>
              </a:extLst>
            </p:cNvPr>
            <p:cNvSpPr/>
            <p:nvPr/>
          </p:nvSpPr>
          <p:spPr>
            <a:xfrm>
              <a:off x="13187392" y="7200123"/>
              <a:ext cx="1202400" cy="3600000"/>
            </a:xfrm>
            <a:prstGeom prst="rect">
              <a:avLst/>
            </a:prstGeom>
            <a:solidFill>
              <a:srgbClr val="602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2C07606-08D0-BBB7-5EF8-905A3BAD31CE}"/>
              </a:ext>
            </a:extLst>
          </p:cNvPr>
          <p:cNvSpPr txBox="1"/>
          <p:nvPr/>
        </p:nvSpPr>
        <p:spPr>
          <a:xfrm>
            <a:off x="0" y="0"/>
            <a:ext cx="501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LUM: 1.0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3CBDB641-98E6-70EF-F4B5-37EC7B1C9F18}"/>
              </a:ext>
            </a:extLst>
          </p:cNvPr>
          <p:cNvSpPr txBox="1"/>
          <p:nvPr/>
        </p:nvSpPr>
        <p:spPr>
          <a:xfrm>
            <a:off x="-29276" y="8999394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0.5</a:t>
            </a:r>
          </a:p>
          <a:p>
            <a:r>
              <a:rPr lang="pt-BR" dirty="0"/>
              <a:t>LUM: 0.25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3E1A082-2DF5-3027-A954-85142E6F36D6}"/>
              </a:ext>
            </a:extLst>
          </p:cNvPr>
          <p:cNvGrpSpPr/>
          <p:nvPr/>
        </p:nvGrpSpPr>
        <p:grpSpPr>
          <a:xfrm>
            <a:off x="-19165" y="5399394"/>
            <a:ext cx="14438542" cy="3600000"/>
            <a:chOff x="-2491" y="7200123"/>
            <a:chExt cx="14392283" cy="3600000"/>
          </a:xfrm>
        </p:grpSpPr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CF9282AC-B98C-F938-C7DA-76355E3B2B78}"/>
                </a:ext>
              </a:extLst>
            </p:cNvPr>
            <p:cNvSpPr/>
            <p:nvPr/>
          </p:nvSpPr>
          <p:spPr>
            <a:xfrm>
              <a:off x="-2491" y="7200123"/>
              <a:ext cx="1202400" cy="3600000"/>
            </a:xfrm>
            <a:prstGeom prst="rect">
              <a:avLst/>
            </a:prstGeom>
            <a:solidFill>
              <a:srgbClr val="BE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Retângulo 71">
              <a:extLst>
                <a:ext uri="{FF2B5EF4-FFF2-40B4-BE49-F238E27FC236}">
                  <a16:creationId xmlns:a16="http://schemas.microsoft.com/office/drawing/2014/main" id="{1F2EDB69-F44D-2975-6CB8-4C6C967295DD}"/>
                </a:ext>
              </a:extLst>
            </p:cNvPr>
            <p:cNvSpPr/>
            <p:nvPr/>
          </p:nvSpPr>
          <p:spPr>
            <a:xfrm>
              <a:off x="1196589" y="7200123"/>
              <a:ext cx="1202400" cy="3600000"/>
            </a:xfrm>
            <a:prstGeom prst="rect">
              <a:avLst/>
            </a:prstGeom>
            <a:solidFill>
              <a:srgbClr val="BE82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CEAC1E8A-FBBD-F6DB-4C48-705AF641A0FA}"/>
                </a:ext>
              </a:extLst>
            </p:cNvPr>
            <p:cNvSpPr/>
            <p:nvPr/>
          </p:nvSpPr>
          <p:spPr>
            <a:xfrm>
              <a:off x="2395669" y="7200123"/>
              <a:ext cx="1202400" cy="3600000"/>
            </a:xfrm>
            <a:prstGeom prst="rect">
              <a:avLst/>
            </a:prstGeom>
            <a:solidFill>
              <a:srgbClr val="C1BE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777400A-1F05-42A4-459A-BEDEA506ABEA}"/>
                </a:ext>
              </a:extLst>
            </p:cNvPr>
            <p:cNvSpPr/>
            <p:nvPr/>
          </p:nvSpPr>
          <p:spPr>
            <a:xfrm>
              <a:off x="3594749" y="7200123"/>
              <a:ext cx="1202400" cy="3600000"/>
            </a:xfrm>
            <a:prstGeom prst="rect">
              <a:avLst/>
            </a:prstGeom>
            <a:solidFill>
              <a:srgbClr val="7FBE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tângulo 74">
              <a:extLst>
                <a:ext uri="{FF2B5EF4-FFF2-40B4-BE49-F238E27FC236}">
                  <a16:creationId xmlns:a16="http://schemas.microsoft.com/office/drawing/2014/main" id="{B8A24D7B-5BAC-E059-A064-9D2D72DF1FEE}"/>
                </a:ext>
              </a:extLst>
            </p:cNvPr>
            <p:cNvSpPr/>
            <p:nvPr/>
          </p:nvSpPr>
          <p:spPr>
            <a:xfrm>
              <a:off x="4793829" y="7200123"/>
              <a:ext cx="1202400" cy="3600000"/>
            </a:xfrm>
            <a:prstGeom prst="rect">
              <a:avLst/>
            </a:prstGeom>
            <a:solidFill>
              <a:srgbClr val="40BE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C98B3EE9-EB98-D6B8-2C27-2D35BCF10B68}"/>
                </a:ext>
              </a:extLst>
            </p:cNvPr>
            <p:cNvSpPr/>
            <p:nvPr/>
          </p:nvSpPr>
          <p:spPr>
            <a:xfrm>
              <a:off x="5992909" y="7200123"/>
              <a:ext cx="1202400" cy="3600000"/>
            </a:xfrm>
            <a:prstGeom prst="rect">
              <a:avLst/>
            </a:prstGeom>
            <a:solidFill>
              <a:srgbClr val="40BE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2617F568-351A-EF71-BBEA-6F17BD39F27A}"/>
                </a:ext>
              </a:extLst>
            </p:cNvPr>
            <p:cNvSpPr/>
            <p:nvPr/>
          </p:nvSpPr>
          <p:spPr>
            <a:xfrm>
              <a:off x="7191989" y="7200123"/>
              <a:ext cx="1202400" cy="3600000"/>
            </a:xfrm>
            <a:prstGeom prst="rect">
              <a:avLst/>
            </a:prstGeom>
            <a:solidFill>
              <a:srgbClr val="40C1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C2E50897-40A8-F390-687C-A3DDA140AFC0}"/>
                </a:ext>
              </a:extLst>
            </p:cNvPr>
            <p:cNvSpPr/>
            <p:nvPr/>
          </p:nvSpPr>
          <p:spPr>
            <a:xfrm>
              <a:off x="8391069" y="7200123"/>
              <a:ext cx="1202400" cy="3600000"/>
            </a:xfrm>
            <a:prstGeom prst="rect">
              <a:avLst/>
            </a:prstGeom>
            <a:solidFill>
              <a:srgbClr val="407F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234EBDBE-65B3-ED93-2291-6F6F9D5F73AA}"/>
                </a:ext>
              </a:extLst>
            </p:cNvPr>
            <p:cNvSpPr/>
            <p:nvPr/>
          </p:nvSpPr>
          <p:spPr>
            <a:xfrm>
              <a:off x="9590149" y="7200123"/>
              <a:ext cx="1202400" cy="3600000"/>
            </a:xfrm>
            <a:prstGeom prst="rect">
              <a:avLst/>
            </a:prstGeom>
            <a:solidFill>
              <a:srgbClr val="404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A6289DFD-B888-319F-8984-6D5266CD0856}"/>
                </a:ext>
              </a:extLst>
            </p:cNvPr>
            <p:cNvSpPr/>
            <p:nvPr/>
          </p:nvSpPr>
          <p:spPr>
            <a:xfrm>
              <a:off x="10789229" y="7200123"/>
              <a:ext cx="1202400" cy="3600000"/>
            </a:xfrm>
            <a:prstGeom prst="rect">
              <a:avLst/>
            </a:prstGeom>
            <a:solidFill>
              <a:srgbClr val="7F4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52900F5-5E27-E871-67B3-D1AF244124C0}"/>
                </a:ext>
              </a:extLst>
            </p:cNvPr>
            <p:cNvSpPr/>
            <p:nvPr/>
          </p:nvSpPr>
          <p:spPr>
            <a:xfrm>
              <a:off x="11988309" y="7200123"/>
              <a:ext cx="1202400" cy="3600000"/>
            </a:xfrm>
            <a:prstGeom prst="rect">
              <a:avLst/>
            </a:prstGeom>
            <a:solidFill>
              <a:srgbClr val="BE4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CED7D420-DF47-0442-226F-E06FDC28FCC5}"/>
                </a:ext>
              </a:extLst>
            </p:cNvPr>
            <p:cNvSpPr/>
            <p:nvPr/>
          </p:nvSpPr>
          <p:spPr>
            <a:xfrm>
              <a:off x="13187392" y="7200123"/>
              <a:ext cx="1202400" cy="3600000"/>
            </a:xfrm>
            <a:prstGeom prst="rect">
              <a:avLst/>
            </a:prstGeom>
            <a:solidFill>
              <a:srgbClr val="BE40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F0AB1666-8D52-677B-D884-8F311228E99B}"/>
              </a:ext>
            </a:extLst>
          </p:cNvPr>
          <p:cNvGrpSpPr/>
          <p:nvPr/>
        </p:nvGrpSpPr>
        <p:grpSpPr>
          <a:xfrm>
            <a:off x="-19165" y="1799306"/>
            <a:ext cx="14438542" cy="3600000"/>
            <a:chOff x="-2491" y="7200123"/>
            <a:chExt cx="14392283" cy="3600000"/>
          </a:xfrm>
        </p:grpSpPr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FDE68055-9E31-D01D-2ED7-A60007802433}"/>
                </a:ext>
              </a:extLst>
            </p:cNvPr>
            <p:cNvSpPr/>
            <p:nvPr/>
          </p:nvSpPr>
          <p:spPr>
            <a:xfrm>
              <a:off x="-2491" y="7200123"/>
              <a:ext cx="1202400" cy="3600000"/>
            </a:xfrm>
            <a:prstGeom prst="rect">
              <a:avLst/>
            </a:prstGeom>
            <a:solidFill>
              <a:srgbClr val="DF9F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7C2CBCD2-4EED-F7CE-17D0-2D73A6EC582B}"/>
                </a:ext>
              </a:extLst>
            </p:cNvPr>
            <p:cNvSpPr/>
            <p:nvPr/>
          </p:nvSpPr>
          <p:spPr>
            <a:xfrm>
              <a:off x="1196589" y="7200123"/>
              <a:ext cx="1202400" cy="3600000"/>
            </a:xfrm>
            <a:prstGeom prst="rect">
              <a:avLst/>
            </a:prstGeom>
            <a:solidFill>
              <a:srgbClr val="DFC1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92F8C383-A0ED-BEC7-8177-EA6EF89E8C9C}"/>
                </a:ext>
              </a:extLst>
            </p:cNvPr>
            <p:cNvSpPr/>
            <p:nvPr/>
          </p:nvSpPr>
          <p:spPr>
            <a:xfrm>
              <a:off x="2395669" y="7200123"/>
              <a:ext cx="1202400" cy="3600000"/>
            </a:xfrm>
            <a:prstGeom prst="rect">
              <a:avLst/>
            </a:prstGeom>
            <a:solidFill>
              <a:srgbClr val="DFDD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6D613858-2C62-84ED-0398-AF0255AF6742}"/>
                </a:ext>
              </a:extLst>
            </p:cNvPr>
            <p:cNvSpPr/>
            <p:nvPr/>
          </p:nvSpPr>
          <p:spPr>
            <a:xfrm>
              <a:off x="3594749" y="7200123"/>
              <a:ext cx="1202400" cy="3600000"/>
            </a:xfrm>
            <a:prstGeom prst="rect">
              <a:avLst/>
            </a:prstGeom>
            <a:solidFill>
              <a:srgbClr val="BFDF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779BEA1F-008C-4594-8735-65786D2BC189}"/>
                </a:ext>
              </a:extLst>
            </p:cNvPr>
            <p:cNvSpPr/>
            <p:nvPr/>
          </p:nvSpPr>
          <p:spPr>
            <a:xfrm>
              <a:off x="4793829" y="7200123"/>
              <a:ext cx="1202400" cy="3600000"/>
            </a:xfrm>
            <a:prstGeom prst="rect">
              <a:avLst/>
            </a:prstGeom>
            <a:solidFill>
              <a:srgbClr val="9FDF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Retângulo 88">
              <a:extLst>
                <a:ext uri="{FF2B5EF4-FFF2-40B4-BE49-F238E27FC236}">
                  <a16:creationId xmlns:a16="http://schemas.microsoft.com/office/drawing/2014/main" id="{1C81D265-52B6-3969-38C7-2B8F351F521B}"/>
                </a:ext>
              </a:extLst>
            </p:cNvPr>
            <p:cNvSpPr/>
            <p:nvPr/>
          </p:nvSpPr>
          <p:spPr>
            <a:xfrm>
              <a:off x="5992909" y="7200123"/>
              <a:ext cx="1202400" cy="3600000"/>
            </a:xfrm>
            <a:prstGeom prst="rect">
              <a:avLst/>
            </a:prstGeom>
            <a:solidFill>
              <a:srgbClr val="9FD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id="{25D6616F-8412-8F31-ECB7-62624926FAEF}"/>
                </a:ext>
              </a:extLst>
            </p:cNvPr>
            <p:cNvSpPr/>
            <p:nvPr/>
          </p:nvSpPr>
          <p:spPr>
            <a:xfrm>
              <a:off x="7191989" y="7200123"/>
              <a:ext cx="1202400" cy="3600000"/>
            </a:xfrm>
            <a:prstGeom prst="rect">
              <a:avLst/>
            </a:prstGeom>
            <a:solidFill>
              <a:srgbClr val="9FDF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9CEEBEF0-3DF4-B341-58A7-359A3817ED01}"/>
                </a:ext>
              </a:extLst>
            </p:cNvPr>
            <p:cNvSpPr/>
            <p:nvPr/>
          </p:nvSpPr>
          <p:spPr>
            <a:xfrm>
              <a:off x="8391069" y="7200123"/>
              <a:ext cx="1202400" cy="3600000"/>
            </a:xfrm>
            <a:prstGeom prst="rect">
              <a:avLst/>
            </a:prstGeom>
            <a:solidFill>
              <a:srgbClr val="9FBF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id="{1336E087-9FB0-048C-AAB0-02DB54CCFAA7}"/>
                </a:ext>
              </a:extLst>
            </p:cNvPr>
            <p:cNvSpPr/>
            <p:nvPr/>
          </p:nvSpPr>
          <p:spPr>
            <a:xfrm>
              <a:off x="9590149" y="7200123"/>
              <a:ext cx="1202400" cy="3600000"/>
            </a:xfrm>
            <a:prstGeom prst="rect">
              <a:avLst/>
            </a:prstGeom>
            <a:solidFill>
              <a:srgbClr val="9F9F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Retângulo 92">
              <a:extLst>
                <a:ext uri="{FF2B5EF4-FFF2-40B4-BE49-F238E27FC236}">
                  <a16:creationId xmlns:a16="http://schemas.microsoft.com/office/drawing/2014/main" id="{D0847BE5-77D8-228D-2369-8834E9BF708C}"/>
                </a:ext>
              </a:extLst>
            </p:cNvPr>
            <p:cNvSpPr/>
            <p:nvPr/>
          </p:nvSpPr>
          <p:spPr>
            <a:xfrm>
              <a:off x="10789229" y="7200123"/>
              <a:ext cx="1202400" cy="3600000"/>
            </a:xfrm>
            <a:prstGeom prst="rect">
              <a:avLst/>
            </a:prstGeom>
            <a:solidFill>
              <a:srgbClr val="BF9F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Retângulo 93">
              <a:extLst>
                <a:ext uri="{FF2B5EF4-FFF2-40B4-BE49-F238E27FC236}">
                  <a16:creationId xmlns:a16="http://schemas.microsoft.com/office/drawing/2014/main" id="{8625CD6B-0FCC-3D0B-6CCC-2183BBCBC683}"/>
                </a:ext>
              </a:extLst>
            </p:cNvPr>
            <p:cNvSpPr/>
            <p:nvPr/>
          </p:nvSpPr>
          <p:spPr>
            <a:xfrm>
              <a:off x="11988309" y="7200123"/>
              <a:ext cx="1202400" cy="3600000"/>
            </a:xfrm>
            <a:prstGeom prst="rect">
              <a:avLst/>
            </a:prstGeom>
            <a:solidFill>
              <a:srgbClr val="DF9F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Retângulo 94">
              <a:extLst>
                <a:ext uri="{FF2B5EF4-FFF2-40B4-BE49-F238E27FC236}">
                  <a16:creationId xmlns:a16="http://schemas.microsoft.com/office/drawing/2014/main" id="{9B94F3A6-076D-481B-E4EA-08396FC200C5}"/>
                </a:ext>
              </a:extLst>
            </p:cNvPr>
            <p:cNvSpPr/>
            <p:nvPr/>
          </p:nvSpPr>
          <p:spPr>
            <a:xfrm>
              <a:off x="13187392" y="7200123"/>
              <a:ext cx="1202400" cy="3600000"/>
            </a:xfrm>
            <a:prstGeom prst="rect">
              <a:avLst/>
            </a:prstGeom>
            <a:solidFill>
              <a:srgbClr val="DF9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CD9A2725-7687-4AAB-883A-AA874B96BCBF}"/>
              </a:ext>
            </a:extLst>
          </p:cNvPr>
          <p:cNvSpPr txBox="1"/>
          <p:nvPr/>
        </p:nvSpPr>
        <p:spPr>
          <a:xfrm>
            <a:off x="-29276" y="5399306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0.5</a:t>
            </a:r>
          </a:p>
          <a:p>
            <a:r>
              <a:rPr lang="pt-BR" dirty="0"/>
              <a:t>LUM: 0.5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691B0A67-5CE0-1D5E-0E7E-5603C8E6EB85}"/>
              </a:ext>
            </a:extLst>
          </p:cNvPr>
          <p:cNvSpPr txBox="1"/>
          <p:nvPr/>
        </p:nvSpPr>
        <p:spPr>
          <a:xfrm>
            <a:off x="-29276" y="1799218"/>
            <a:ext cx="501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SAT: 0.5</a:t>
            </a:r>
          </a:p>
          <a:p>
            <a:r>
              <a:rPr lang="pt-BR" dirty="0"/>
              <a:t>LUM: 0.75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62328C0A-A63E-C178-D8C5-4A0415ADEBFB}"/>
              </a:ext>
            </a:extLst>
          </p:cNvPr>
          <p:cNvSpPr txBox="1"/>
          <p:nvPr/>
        </p:nvSpPr>
        <p:spPr>
          <a:xfrm>
            <a:off x="-29276" y="12599482"/>
            <a:ext cx="501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LUM: 0.0</a:t>
            </a:r>
          </a:p>
        </p:txBody>
      </p:sp>
    </p:spTree>
    <p:extLst>
      <p:ext uri="{BB962C8B-B14F-4D97-AF65-F5344CB8AC3E}">
        <p14:creationId xmlns:p14="http://schemas.microsoft.com/office/powerpoint/2010/main" val="3622597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56</Words>
  <Application>Microsoft Office PowerPoint</Application>
  <PresentationFormat>Personalizar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TBO991</dc:creator>
  <cp:lastModifiedBy>TBO991</cp:lastModifiedBy>
  <cp:revision>4</cp:revision>
  <dcterms:created xsi:type="dcterms:W3CDTF">2026-03-27T02:49:15Z</dcterms:created>
  <dcterms:modified xsi:type="dcterms:W3CDTF">2026-03-27T03:37:37Z</dcterms:modified>
</cp:coreProperties>
</file>